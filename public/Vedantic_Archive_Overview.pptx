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Vedantic Study Archive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repository of Vedāntic study materials</a:t>
            </a:r>
          </a:p>
          <a:p>
            <a:r>
              <a:t>Featuring Bṛhadāraṇyaka Upaniṣad with Śāṅkara Bhāṣya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Purpose &amp; Mission</a:t>
            </a:r>
          </a:p>
          <a:p>
            <a:pPr lvl="1"/>
            <a:r>
              <a:t>A dedicated platform hosting detailed class notes from the teachings of Pūjya Swami Shankarananda.</a:t>
            </a:r>
          </a:p>
          <a:p>
            <a:pPr lvl="1"/>
            <a:r>
              <a:t>Focuses on providing deep, textual study aids for the principal Upaniṣads.</a:t>
            </a:r>
          </a:p>
          <a:p>
            <a:pPr/>
            <a:r>
              <a:t>Target Audience</a:t>
            </a:r>
          </a:p>
          <a:p>
            <a:pPr lvl="1"/>
            <a:r>
              <a:t>Fellow seekers, students of Advaita Vedānta, and scholars interested in the traditional commentaries (Śāṅkara Bhāṣya and Vārttika).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Bilingual Script Support</a:t>
            </a:r>
          </a:p>
          <a:p>
            <a:pPr lvl="1"/>
            <a:r>
              <a:t>Seamlessly toggle between Devanagari script and IAST (Roman with diacritics) for every class.</a:t>
            </a:r>
          </a:p>
          <a:p>
            <a:pPr/>
            <a:r>
              <a:t>2. High-Fidelity Transcripts</a:t>
            </a:r>
          </a:p>
          <a:p>
            <a:pPr lvl="1"/>
            <a:r>
              <a:t>Notes are meticulously prepared from video recordings and reviewed against original classes.</a:t>
            </a:r>
          </a:p>
          <a:p>
            <a:pPr/>
            <a:r>
              <a:t>3. Powerful Search Engine</a:t>
            </a:r>
          </a:p>
          <a:p>
            <a:pPr lvl="1"/>
            <a:r>
              <a:t>Lightning-fast, full-text search across all classes, scripts, and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Series: Bṛhadāraṇyaka Upaniṣad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Structure &amp; Organization</a:t>
            </a:r>
          </a:p>
          <a:p>
            <a:pPr lvl="1"/>
            <a:r>
              <a:t>Organized hierarchically by Adhyāya and Brāhmaṇa (e.g., Maitreyī Brāhmaṇa).</a:t>
            </a:r>
          </a:p>
          <a:p>
            <a:pPr/>
            <a:r>
              <a:t>Rich Metadata</a:t>
            </a:r>
          </a:p>
          <a:p>
            <a:pPr lvl="1"/>
            <a:r>
              <a:t>Each class entry includes concise summaries of the topics covered.</a:t>
            </a:r>
          </a:p>
          <a:p>
            <a:pPr lvl="1"/>
            <a:r>
              <a:t>Direct links to source texts (Advaita Sharada), video playlists, and audio materials.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Lightning Fast &amp; Accessible</a:t>
            </a:r>
          </a:p>
          <a:p>
            <a:pPr lvl="1"/>
            <a:r>
              <a:t>Built on Astro (Zero-JS by default) ensuring maximum speed and SEO optimization.</a:t>
            </a:r>
          </a:p>
          <a:p>
            <a:pPr/>
            <a:r>
              <a:t>Responsive &amp; Beautiful</a:t>
            </a:r>
          </a:p>
          <a:p>
            <a:pPr lvl="1"/>
            <a:r>
              <a:t>Fully responsive design with built-in Light and Dark themes.</a:t>
            </a:r>
          </a:p>
          <a:p>
            <a:pPr lvl="1"/>
            <a:r>
              <a:t>Elegant typography specifically chosen for reading Sanskrit and English.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